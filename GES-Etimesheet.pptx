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5" r:id="rId6"/>
    <p:sldId id="260" r:id="rId7"/>
    <p:sldId id="267" r:id="rId8"/>
    <p:sldId id="268" r:id="rId9"/>
    <p:sldId id="266" r:id="rId10"/>
    <p:sldId id="261" r:id="rId11"/>
    <p:sldId id="262" r:id="rId12"/>
    <p:sldId id="263" r:id="rId13"/>
    <p:sldId id="26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82F983-A471-4D29-A5DD-C390772328B4}" v="11" dt="2026-06-24T10:45:54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aya Thataporn" userId="89d0173d-ff71-44c0-af68-32558b03b462" providerId="ADAL" clId="{0BEBD22B-47BB-4107-AC9D-8A0CD27846C7}"/>
    <pc:docChg chg="undo custSel addSld modSld">
      <pc:chgData name="Danaya Thataporn" userId="89d0173d-ff71-44c0-af68-32558b03b462" providerId="ADAL" clId="{0BEBD22B-47BB-4107-AC9D-8A0CD27846C7}" dt="2026-06-24T10:45:54.949" v="492"/>
      <pc:docMkLst>
        <pc:docMk/>
      </pc:docMkLst>
      <pc:sldChg chg="modSp mod">
        <pc:chgData name="Danaya Thataporn" userId="89d0173d-ff71-44c0-af68-32558b03b462" providerId="ADAL" clId="{0BEBD22B-47BB-4107-AC9D-8A0CD27846C7}" dt="2026-06-24T08:40:31.952" v="137" actId="313"/>
        <pc:sldMkLst>
          <pc:docMk/>
          <pc:sldMk cId="0" sldId="256"/>
        </pc:sldMkLst>
        <pc:spChg chg="mod">
          <ac:chgData name="Danaya Thataporn" userId="89d0173d-ff71-44c0-af68-32558b03b462" providerId="ADAL" clId="{0BEBD22B-47BB-4107-AC9D-8A0CD27846C7}" dt="2026-06-24T08:40:31.952" v="137" actId="313"/>
          <ac:spMkLst>
            <pc:docMk/>
            <pc:sldMk cId="0" sldId="256"/>
            <ac:spMk id="6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6:24.562" v="53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Danaya Thataporn" userId="89d0173d-ff71-44c0-af68-32558b03b462" providerId="ADAL" clId="{0BEBD22B-47BB-4107-AC9D-8A0CD27846C7}" dt="2026-06-24T09:39:54.230" v="269" actId="1076"/>
        <pc:sldMkLst>
          <pc:docMk/>
          <pc:sldMk cId="0" sldId="257"/>
        </pc:sldMkLst>
        <pc:spChg chg="mod">
          <ac:chgData name="Danaya Thataporn" userId="89d0173d-ff71-44c0-af68-32558b03b462" providerId="ADAL" clId="{0BEBD22B-47BB-4107-AC9D-8A0CD27846C7}" dt="2026-06-24T09:30:14.955" v="155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9:47.569" v="268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9:54.230" v="269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29:47.757" v="152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29:54.397" v="153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29:06.594" v="144" actId="12"/>
          <ac:spMkLst>
            <pc:docMk/>
            <pc:sldMk cId="0" sldId="257"/>
            <ac:spMk id="26" creationId="{00000000-0000-0000-0000-000000000000}"/>
          </ac:spMkLst>
        </pc:spChg>
      </pc:sldChg>
      <pc:sldChg chg="modSp mod">
        <pc:chgData name="Danaya Thataporn" userId="89d0173d-ff71-44c0-af68-32558b03b462" providerId="ADAL" clId="{0BEBD22B-47BB-4107-AC9D-8A0CD27846C7}" dt="2026-06-24T09:31:16.341" v="175" actId="1076"/>
        <pc:sldMkLst>
          <pc:docMk/>
          <pc:sldMk cId="0" sldId="258"/>
        </pc:sldMkLst>
        <pc:spChg chg="mod">
          <ac:chgData name="Danaya Thataporn" userId="89d0173d-ff71-44c0-af68-32558b03b462" providerId="ADAL" clId="{0BEBD22B-47BB-4107-AC9D-8A0CD27846C7}" dt="2026-06-24T09:30:45.290" v="167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0:51.981" v="169" actId="12"/>
          <ac:spMkLst>
            <pc:docMk/>
            <pc:sldMk cId="0" sldId="258"/>
            <ac:spMk id="16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0:57.768" v="170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1:02.173" v="171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1:06.777" v="173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1:10.792" v="174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1:16.341" v="175" actId="1076"/>
          <ac:spMkLst>
            <pc:docMk/>
            <pc:sldMk cId="0" sldId="258"/>
            <ac:spMk id="36" creationId="{00000000-0000-0000-0000-000000000000}"/>
          </ac:spMkLst>
        </pc:spChg>
      </pc:sldChg>
      <pc:sldChg chg="modSp mod">
        <pc:chgData name="Danaya Thataporn" userId="89d0173d-ff71-44c0-af68-32558b03b462" providerId="ADAL" clId="{0BEBD22B-47BB-4107-AC9D-8A0CD27846C7}" dt="2026-06-24T08:38:53.271" v="130" actId="20577"/>
        <pc:sldMkLst>
          <pc:docMk/>
          <pc:sldMk cId="0" sldId="259"/>
        </pc:sldMkLst>
        <pc:spChg chg="mod">
          <ac:chgData name="Danaya Thataporn" userId="89d0173d-ff71-44c0-af68-32558b03b462" providerId="ADAL" clId="{0BEBD22B-47BB-4107-AC9D-8A0CD27846C7}" dt="2026-06-24T08:37:17.236" v="68" actId="103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53.271" v="130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7:31.356" v="97" actId="103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29.804" v="112" actId="103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37.527" v="129" actId="1038"/>
          <ac:spMkLst>
            <pc:docMk/>
            <pc:sldMk cId="0" sldId="259"/>
            <ac:spMk id="26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37.527" v="129" actId="1038"/>
          <ac:spMkLst>
            <pc:docMk/>
            <pc:sldMk cId="0" sldId="259"/>
            <ac:spMk id="27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7:06.335" v="55" actId="14100"/>
          <ac:spMkLst>
            <pc:docMk/>
            <pc:sldMk cId="0" sldId="259"/>
            <ac:spMk id="31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7:31.356" v="97" actId="1037"/>
          <ac:spMkLst>
            <pc:docMk/>
            <pc:sldMk cId="0" sldId="259"/>
            <ac:spMk id="36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29.804" v="112" actId="1037"/>
          <ac:spMkLst>
            <pc:docMk/>
            <pc:sldMk cId="0" sldId="259"/>
            <ac:spMk id="39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29.804" v="112" actId="1037"/>
          <ac:spMkLst>
            <pc:docMk/>
            <pc:sldMk cId="0" sldId="259"/>
            <ac:spMk id="40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37.527" v="129" actId="1038"/>
          <ac:spMkLst>
            <pc:docMk/>
            <pc:sldMk cId="0" sldId="259"/>
            <ac:spMk id="41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7:17.236" v="68" actId="1037"/>
          <ac:spMkLst>
            <pc:docMk/>
            <pc:sldMk cId="0" sldId="259"/>
            <ac:spMk id="44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7:24.484" v="83" actId="1037"/>
          <ac:spMkLst>
            <pc:docMk/>
            <pc:sldMk cId="0" sldId="259"/>
            <ac:spMk id="47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29.804" v="112" actId="1037"/>
          <ac:spMkLst>
            <pc:docMk/>
            <pc:sldMk cId="0" sldId="259"/>
            <ac:spMk id="51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37.527" v="129" actId="1038"/>
          <ac:spMkLst>
            <pc:docMk/>
            <pc:sldMk cId="0" sldId="259"/>
            <ac:spMk id="52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37.527" v="129" actId="1038"/>
          <ac:spMkLst>
            <pc:docMk/>
            <pc:sldMk cId="0" sldId="259"/>
            <ac:spMk id="53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7:31.356" v="97" actId="1037"/>
          <ac:spMkLst>
            <pc:docMk/>
            <pc:sldMk cId="0" sldId="259"/>
            <ac:spMk id="60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29.804" v="112" actId="1037"/>
          <ac:spMkLst>
            <pc:docMk/>
            <pc:sldMk cId="0" sldId="259"/>
            <ac:spMk id="62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37.527" v="129" actId="1038"/>
          <ac:spMkLst>
            <pc:docMk/>
            <pc:sldMk cId="0" sldId="259"/>
            <ac:spMk id="64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37.527" v="129" actId="1038"/>
          <ac:spMkLst>
            <pc:docMk/>
            <pc:sldMk cId="0" sldId="259"/>
            <ac:spMk id="65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7:31.356" v="97" actId="1037"/>
          <ac:spMkLst>
            <pc:docMk/>
            <pc:sldMk cId="0" sldId="259"/>
            <ac:spMk id="72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37.527" v="129" actId="1038"/>
          <ac:spMkLst>
            <pc:docMk/>
            <pc:sldMk cId="0" sldId="259"/>
            <ac:spMk id="76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29.804" v="112" actId="1037"/>
          <ac:spMkLst>
            <pc:docMk/>
            <pc:sldMk cId="0" sldId="259"/>
            <ac:spMk id="77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7:06.335" v="55" actId="14100"/>
          <ac:spMkLst>
            <pc:docMk/>
            <pc:sldMk cId="0" sldId="259"/>
            <ac:spMk id="78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29.804" v="112" actId="1037"/>
          <ac:spMkLst>
            <pc:docMk/>
            <pc:sldMk cId="0" sldId="259"/>
            <ac:spMk id="86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29.804" v="112" actId="1037"/>
          <ac:spMkLst>
            <pc:docMk/>
            <pc:sldMk cId="0" sldId="259"/>
            <ac:spMk id="87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37.527" v="129" actId="1038"/>
          <ac:spMkLst>
            <pc:docMk/>
            <pc:sldMk cId="0" sldId="259"/>
            <ac:spMk id="88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8:38:37.527" v="129" actId="1038"/>
          <ac:spMkLst>
            <pc:docMk/>
            <pc:sldMk cId="0" sldId="259"/>
            <ac:spMk id="89" creationId="{00000000-0000-0000-0000-000000000000}"/>
          </ac:spMkLst>
        </pc:spChg>
      </pc:sldChg>
      <pc:sldChg chg="addSp delSp modSp mod">
        <pc:chgData name="Danaya Thataporn" userId="89d0173d-ff71-44c0-af68-32558b03b462" providerId="ADAL" clId="{0BEBD22B-47BB-4107-AC9D-8A0CD27846C7}" dt="2026-06-24T09:37:47.241" v="244" actId="1440"/>
        <pc:sldMkLst>
          <pc:docMk/>
          <pc:sldMk cId="0" sldId="260"/>
        </pc:sldMkLst>
        <pc:spChg chg="mod">
          <ac:chgData name="Danaya Thataporn" userId="89d0173d-ff71-44c0-af68-32558b03b462" providerId="ADAL" clId="{0BEBD22B-47BB-4107-AC9D-8A0CD27846C7}" dt="2026-06-24T09:32:48.999" v="188" actId="20577"/>
          <ac:spMkLst>
            <pc:docMk/>
            <pc:sldMk cId="0" sldId="260"/>
            <ac:spMk id="2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9:32:36.368" v="185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9:32:36.368" v="185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9:32:36.368" v="185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9:32:36.368" v="185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9:32:36.368" v="185" actId="478"/>
          <ac:spMkLst>
            <pc:docMk/>
            <pc:sldMk cId="0" sldId="260"/>
            <ac:spMk id="20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9:32:36.368" v="185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9:32:36.368" v="185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9:32:36.368" v="185" actId="478"/>
          <ac:spMkLst>
            <pc:docMk/>
            <pc:sldMk cId="0" sldId="260"/>
            <ac:spMk id="24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9:32:36.368" v="185" actId="478"/>
          <ac:spMkLst>
            <pc:docMk/>
            <pc:sldMk cId="0" sldId="260"/>
            <ac:spMk id="27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9:32:36.368" v="185" actId="478"/>
          <ac:spMkLst>
            <pc:docMk/>
            <pc:sldMk cId="0" sldId="260"/>
            <ac:spMk id="32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2:44.716" v="186" actId="14100"/>
          <ac:spMkLst>
            <pc:docMk/>
            <pc:sldMk cId="0" sldId="260"/>
            <ac:spMk id="38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6:41.898" v="237" actId="14100"/>
          <ac:spMkLst>
            <pc:docMk/>
            <pc:sldMk cId="0" sldId="260"/>
            <ac:spMk id="41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4:44.985" v="230" actId="1038"/>
          <ac:spMkLst>
            <pc:docMk/>
            <pc:sldMk cId="0" sldId="260"/>
            <ac:spMk id="43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4:28.560" v="211" actId="14100"/>
          <ac:spMkLst>
            <pc:docMk/>
            <pc:sldMk cId="0" sldId="260"/>
            <ac:spMk id="44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4:25.348" v="210" actId="1076"/>
          <ac:spMkLst>
            <pc:docMk/>
            <pc:sldMk cId="0" sldId="260"/>
            <ac:spMk id="45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6:15.281" v="234" actId="1076"/>
          <ac:spMkLst>
            <pc:docMk/>
            <pc:sldMk cId="0" sldId="260"/>
            <ac:spMk id="46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6:01.899" v="231" actId="14100"/>
          <ac:spMkLst>
            <pc:docMk/>
            <pc:sldMk cId="0" sldId="260"/>
            <ac:spMk id="47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6:06.244" v="232" actId="1076"/>
          <ac:spMkLst>
            <pc:docMk/>
            <pc:sldMk cId="0" sldId="260"/>
            <ac:spMk id="48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6:11.194" v="233" actId="1076"/>
          <ac:spMkLst>
            <pc:docMk/>
            <pc:sldMk cId="0" sldId="260"/>
            <ac:spMk id="49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6:27.449" v="235" actId="14100"/>
          <ac:spMkLst>
            <pc:docMk/>
            <pc:sldMk cId="0" sldId="260"/>
            <ac:spMk id="50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6:32.385" v="236" actId="1076"/>
          <ac:spMkLst>
            <pc:docMk/>
            <pc:sldMk cId="0" sldId="260"/>
            <ac:spMk id="51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3:01.232" v="189" actId="1076"/>
          <ac:spMkLst>
            <pc:docMk/>
            <pc:sldMk cId="0" sldId="260"/>
            <ac:spMk id="52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9:33:23.631" v="192" actId="478"/>
          <ac:spMkLst>
            <pc:docMk/>
            <pc:sldMk cId="0" sldId="260"/>
            <ac:spMk id="56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3:01.232" v="189" actId="1076"/>
          <ac:spMkLst>
            <pc:docMk/>
            <pc:sldMk cId="0" sldId="260"/>
            <ac:spMk id="57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3:01.232" v="189" actId="1076"/>
          <ac:spMkLst>
            <pc:docMk/>
            <pc:sldMk cId="0" sldId="260"/>
            <ac:spMk id="58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3:01.232" v="189" actId="1076"/>
          <ac:spMkLst>
            <pc:docMk/>
            <pc:sldMk cId="0" sldId="260"/>
            <ac:spMk id="59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3:36.429" v="194" actId="20577"/>
          <ac:spMkLst>
            <pc:docMk/>
            <pc:sldMk cId="0" sldId="260"/>
            <ac:spMk id="60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9:33:31.924" v="193" actId="478"/>
          <ac:spMkLst>
            <pc:docMk/>
            <pc:sldMk cId="0" sldId="260"/>
            <ac:spMk id="61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3:01.232" v="189" actId="1076"/>
          <ac:spMkLst>
            <pc:docMk/>
            <pc:sldMk cId="0" sldId="260"/>
            <ac:spMk id="62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3:01.232" v="189" actId="1076"/>
          <ac:spMkLst>
            <pc:docMk/>
            <pc:sldMk cId="0" sldId="260"/>
            <ac:spMk id="66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3:01.232" v="189" actId="1076"/>
          <ac:spMkLst>
            <pc:docMk/>
            <pc:sldMk cId="0" sldId="260"/>
            <ac:spMk id="68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3:01.232" v="189" actId="1076"/>
          <ac:spMkLst>
            <pc:docMk/>
            <pc:sldMk cId="0" sldId="260"/>
            <ac:spMk id="70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3:06.435" v="190" actId="1076"/>
          <ac:spMkLst>
            <pc:docMk/>
            <pc:sldMk cId="0" sldId="260"/>
            <ac:spMk id="72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3:13.226" v="191" actId="1076"/>
          <ac:spMkLst>
            <pc:docMk/>
            <pc:sldMk cId="0" sldId="260"/>
            <ac:spMk id="73" creationId="{00000000-0000-0000-0000-000000000000}"/>
          </ac:spMkLst>
        </pc:spChg>
        <pc:picChg chg="add mod">
          <ac:chgData name="Danaya Thataporn" userId="89d0173d-ff71-44c0-af68-32558b03b462" providerId="ADAL" clId="{0BEBD22B-47BB-4107-AC9D-8A0CD27846C7}" dt="2026-06-24T09:37:47.241" v="244" actId="1440"/>
          <ac:picMkLst>
            <pc:docMk/>
            <pc:sldMk cId="0" sldId="260"/>
            <ac:picMk id="75" creationId="{38EF0CAE-46C8-6941-2D79-2C50AA73A1B2}"/>
          </ac:picMkLst>
        </pc:picChg>
      </pc:sldChg>
      <pc:sldChg chg="modSp mod">
        <pc:chgData name="Danaya Thataporn" userId="89d0173d-ff71-44c0-af68-32558b03b462" providerId="ADAL" clId="{0BEBD22B-47BB-4107-AC9D-8A0CD27846C7}" dt="2026-06-24T09:42:14.362" v="271" actId="20577"/>
        <pc:sldMkLst>
          <pc:docMk/>
          <pc:sldMk cId="0" sldId="261"/>
        </pc:sldMkLst>
        <pc:spChg chg="mod">
          <ac:chgData name="Danaya Thataporn" userId="89d0173d-ff71-44c0-af68-32558b03b462" providerId="ADAL" clId="{0BEBD22B-47BB-4107-AC9D-8A0CD27846C7}" dt="2026-06-24T09:42:14.362" v="271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8:21.694" v="260" actId="1410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09:38:26.584" v="262" actId="20577"/>
          <ac:spMkLst>
            <pc:docMk/>
            <pc:sldMk cId="0" sldId="261"/>
            <ac:spMk id="17" creationId="{00000000-0000-0000-0000-000000000000}"/>
          </ac:spMkLst>
        </pc:spChg>
      </pc:sldChg>
      <pc:sldChg chg="addSp delSp modSp mod">
        <pc:chgData name="Danaya Thataporn" userId="89d0173d-ff71-44c0-af68-32558b03b462" providerId="ADAL" clId="{0BEBD22B-47BB-4107-AC9D-8A0CD27846C7}" dt="2026-06-24T10:22:22.035" v="486" actId="14100"/>
        <pc:sldMkLst>
          <pc:docMk/>
          <pc:sldMk cId="0" sldId="262"/>
        </pc:sldMkLst>
        <pc:spChg chg="add del mod">
          <ac:chgData name="Danaya Thataporn" userId="89d0173d-ff71-44c0-af68-32558b03b462" providerId="ADAL" clId="{0BEBD22B-47BB-4107-AC9D-8A0CD27846C7}" dt="2026-06-24T10:14:38.372" v="438" actId="20577"/>
          <ac:spMkLst>
            <pc:docMk/>
            <pc:sldMk cId="0" sldId="262"/>
            <ac:spMk id="2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10:17:21.132" v="454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10:17:20.550" v="453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10:17:20.550" v="453" actId="478"/>
          <ac:spMkLst>
            <pc:docMk/>
            <pc:sldMk cId="0" sldId="262"/>
            <ac:spMk id="13" creationId="{00000000-0000-0000-0000-000000000000}"/>
          </ac:spMkLst>
        </pc:spChg>
        <pc:grpChg chg="add mod">
          <ac:chgData name="Danaya Thataporn" userId="89d0173d-ff71-44c0-af68-32558b03b462" providerId="ADAL" clId="{0BEBD22B-47BB-4107-AC9D-8A0CD27846C7}" dt="2026-06-24T10:22:22.035" v="486" actId="14100"/>
          <ac:grpSpMkLst>
            <pc:docMk/>
            <pc:sldMk cId="0" sldId="262"/>
            <ac:grpSpMk id="33" creationId="{FD9369E5-0911-EB49-0FA6-1AAFF3B95115}"/>
          </ac:grpSpMkLst>
        </pc:grpChg>
        <pc:picChg chg="add mod">
          <ac:chgData name="Danaya Thataporn" userId="89d0173d-ff71-44c0-af68-32558b03b462" providerId="ADAL" clId="{0BEBD22B-47BB-4107-AC9D-8A0CD27846C7}" dt="2026-06-24T10:17:41.386" v="461" actId="14100"/>
          <ac:picMkLst>
            <pc:docMk/>
            <pc:sldMk cId="0" sldId="262"/>
            <ac:picMk id="28" creationId="{941FFF65-2E8F-2D19-7067-231487FCD441}"/>
          </ac:picMkLst>
        </pc:picChg>
        <pc:picChg chg="add mod">
          <ac:chgData name="Danaya Thataporn" userId="89d0173d-ff71-44c0-af68-32558b03b462" providerId="ADAL" clId="{0BEBD22B-47BB-4107-AC9D-8A0CD27846C7}" dt="2026-06-24T10:21:49.360" v="481" actId="2085"/>
          <ac:picMkLst>
            <pc:docMk/>
            <pc:sldMk cId="0" sldId="262"/>
            <ac:picMk id="30" creationId="{64AF10DA-22F5-8D5C-4E65-016977D76DC9}"/>
          </ac:picMkLst>
        </pc:picChg>
        <pc:picChg chg="add mod modCrop">
          <ac:chgData name="Danaya Thataporn" userId="89d0173d-ff71-44c0-af68-32558b03b462" providerId="ADAL" clId="{0BEBD22B-47BB-4107-AC9D-8A0CD27846C7}" dt="2026-06-24T10:22:12.714" v="484" actId="1076"/>
          <ac:picMkLst>
            <pc:docMk/>
            <pc:sldMk cId="0" sldId="262"/>
            <ac:picMk id="32" creationId="{81089207-FC05-C684-516C-712CAD4FF620}"/>
          </ac:picMkLst>
        </pc:picChg>
      </pc:sldChg>
      <pc:sldChg chg="modSp mod">
        <pc:chgData name="Danaya Thataporn" userId="89d0173d-ff71-44c0-af68-32558b03b462" providerId="ADAL" clId="{0BEBD22B-47BB-4107-AC9D-8A0CD27846C7}" dt="2026-06-24T10:14:43.233" v="440" actId="20577"/>
        <pc:sldMkLst>
          <pc:docMk/>
          <pc:sldMk cId="0" sldId="263"/>
        </pc:sldMkLst>
        <pc:spChg chg="mod">
          <ac:chgData name="Danaya Thataporn" userId="89d0173d-ff71-44c0-af68-32558b03b462" providerId="ADAL" clId="{0BEBD22B-47BB-4107-AC9D-8A0CD27846C7}" dt="2026-06-24T10:14:43.233" v="440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10:14:10.066" v="432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10:13:27.062" v="428" actId="103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10:13:30.316" v="431" actId="1038"/>
          <ac:spMkLst>
            <pc:docMk/>
            <pc:sldMk cId="0" sldId="263"/>
            <ac:spMk id="13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10:13:17.835" v="401" actId="1038"/>
          <ac:spMkLst>
            <pc:docMk/>
            <pc:sldMk cId="0" sldId="263"/>
            <ac:spMk id="16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10:12:49.941" v="368" actId="120"/>
          <ac:spMkLst>
            <pc:docMk/>
            <pc:sldMk cId="0" sldId="263"/>
            <ac:spMk id="18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10:13:02.107" v="372" actId="122"/>
          <ac:spMkLst>
            <pc:docMk/>
            <pc:sldMk cId="0" sldId="263"/>
            <ac:spMk id="19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10:13:11.703" v="379" actId="1038"/>
          <ac:spMkLst>
            <pc:docMk/>
            <pc:sldMk cId="0" sldId="263"/>
            <ac:spMk id="20" creationId="{00000000-0000-0000-0000-000000000000}"/>
          </ac:spMkLst>
        </pc:spChg>
      </pc:sldChg>
      <pc:sldChg chg="delSp modSp mod">
        <pc:chgData name="Danaya Thataporn" userId="89d0173d-ff71-44c0-af68-32558b03b462" providerId="ADAL" clId="{0BEBD22B-47BB-4107-AC9D-8A0CD27846C7}" dt="2026-06-24T08:40:21.665" v="135" actId="478"/>
        <pc:sldMkLst>
          <pc:docMk/>
          <pc:sldMk cId="0" sldId="264"/>
        </pc:sldMkLst>
        <pc:spChg chg="mod">
          <ac:chgData name="Danaya Thataporn" userId="89d0173d-ff71-44c0-af68-32558b03b462" providerId="ADAL" clId="{0BEBD22B-47BB-4107-AC9D-8A0CD27846C7}" dt="2026-06-24T08:40:15.063" v="133" actId="20577"/>
          <ac:spMkLst>
            <pc:docMk/>
            <pc:sldMk cId="0" sldId="264"/>
            <ac:spMk id="6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8:40:17.736" v="134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Danaya Thataporn" userId="89d0173d-ff71-44c0-af68-32558b03b462" providerId="ADAL" clId="{0BEBD22B-47BB-4107-AC9D-8A0CD27846C7}" dt="2026-06-24T08:40:21.665" v="135" actId="478"/>
          <ac:spMkLst>
            <pc:docMk/>
            <pc:sldMk cId="0" sldId="264"/>
            <ac:spMk id="8" creationId="{00000000-0000-0000-0000-000000000000}"/>
          </ac:spMkLst>
        </pc:spChg>
      </pc:sldChg>
      <pc:sldChg chg="addSp delSp modSp add mod setBg">
        <pc:chgData name="Danaya Thataporn" userId="89d0173d-ff71-44c0-af68-32558b03b462" providerId="ADAL" clId="{0BEBD22B-47BB-4107-AC9D-8A0CD27846C7}" dt="2026-06-24T09:38:01.195" v="254" actId="1035"/>
        <pc:sldMkLst>
          <pc:docMk/>
          <pc:sldMk cId="3038260215" sldId="265"/>
        </pc:sldMkLst>
        <pc:spChg chg="mod">
          <ac:chgData name="Danaya Thataporn" userId="89d0173d-ff71-44c0-af68-32558b03b462" providerId="ADAL" clId="{0BEBD22B-47BB-4107-AC9D-8A0CD27846C7}" dt="2026-06-24T09:32:22.782" v="184" actId="20577"/>
          <ac:spMkLst>
            <pc:docMk/>
            <pc:sldMk cId="3038260215" sldId="265"/>
            <ac:spMk id="2" creationId="{BE44EB50-BB49-DD04-5C2A-6AA42EA4AD88}"/>
          </ac:spMkLst>
        </pc:spChg>
        <pc:spChg chg="del">
          <ac:chgData name="Danaya Thataporn" userId="89d0173d-ff71-44c0-af68-32558b03b462" providerId="ADAL" clId="{0BEBD22B-47BB-4107-AC9D-8A0CD27846C7}" dt="2026-06-24T09:31:42.903" v="177" actId="478"/>
          <ac:spMkLst>
            <pc:docMk/>
            <pc:sldMk cId="3038260215" sldId="265"/>
            <ac:spMk id="7" creationId="{6E1FD34C-A2B2-943A-280A-68935B3021D0}"/>
          </ac:spMkLst>
        </pc:spChg>
        <pc:spChg chg="del">
          <ac:chgData name="Danaya Thataporn" userId="89d0173d-ff71-44c0-af68-32558b03b462" providerId="ADAL" clId="{0BEBD22B-47BB-4107-AC9D-8A0CD27846C7}" dt="2026-06-24T09:31:42.903" v="177" actId="478"/>
          <ac:spMkLst>
            <pc:docMk/>
            <pc:sldMk cId="3038260215" sldId="265"/>
            <ac:spMk id="9" creationId="{3CA70E3C-0A3F-944B-6E46-5479C8D20379}"/>
          </ac:spMkLst>
        </pc:spChg>
        <pc:spChg chg="del">
          <ac:chgData name="Danaya Thataporn" userId="89d0173d-ff71-44c0-af68-32558b03b462" providerId="ADAL" clId="{0BEBD22B-47BB-4107-AC9D-8A0CD27846C7}" dt="2026-06-24T09:31:42.903" v="177" actId="478"/>
          <ac:spMkLst>
            <pc:docMk/>
            <pc:sldMk cId="3038260215" sldId="265"/>
            <ac:spMk id="10" creationId="{A0A05050-432E-7F7D-E9C2-9DD6D1143B6E}"/>
          </ac:spMkLst>
        </pc:spChg>
        <pc:spChg chg="del">
          <ac:chgData name="Danaya Thataporn" userId="89d0173d-ff71-44c0-af68-32558b03b462" providerId="ADAL" clId="{0BEBD22B-47BB-4107-AC9D-8A0CD27846C7}" dt="2026-06-24T09:31:42.903" v="177" actId="478"/>
          <ac:spMkLst>
            <pc:docMk/>
            <pc:sldMk cId="3038260215" sldId="265"/>
            <ac:spMk id="31" creationId="{3C137179-8D80-1A93-3733-A4C44C545E01}"/>
          </ac:spMkLst>
        </pc:spChg>
        <pc:spChg chg="del">
          <ac:chgData name="Danaya Thataporn" userId="89d0173d-ff71-44c0-af68-32558b03b462" providerId="ADAL" clId="{0BEBD22B-47BB-4107-AC9D-8A0CD27846C7}" dt="2026-06-24T09:31:42.903" v="177" actId="478"/>
          <ac:spMkLst>
            <pc:docMk/>
            <pc:sldMk cId="3038260215" sldId="265"/>
            <ac:spMk id="35" creationId="{F7E75F74-F3CB-037A-6250-56CBC1187045}"/>
          </ac:spMkLst>
        </pc:spChg>
        <pc:spChg chg="del">
          <ac:chgData name="Danaya Thataporn" userId="89d0173d-ff71-44c0-af68-32558b03b462" providerId="ADAL" clId="{0BEBD22B-47BB-4107-AC9D-8A0CD27846C7}" dt="2026-06-24T09:31:42.903" v="177" actId="478"/>
          <ac:spMkLst>
            <pc:docMk/>
            <pc:sldMk cId="3038260215" sldId="265"/>
            <ac:spMk id="40" creationId="{6949A684-D547-FF39-5CD4-D1C22B20C2BA}"/>
          </ac:spMkLst>
        </pc:spChg>
        <pc:spChg chg="del">
          <ac:chgData name="Danaya Thataporn" userId="89d0173d-ff71-44c0-af68-32558b03b462" providerId="ADAL" clId="{0BEBD22B-47BB-4107-AC9D-8A0CD27846C7}" dt="2026-06-24T09:31:42.903" v="177" actId="478"/>
          <ac:spMkLst>
            <pc:docMk/>
            <pc:sldMk cId="3038260215" sldId="265"/>
            <ac:spMk id="45" creationId="{82FB3629-CFC6-840C-4D45-4E4171A3BF21}"/>
          </ac:spMkLst>
        </pc:spChg>
        <pc:spChg chg="del">
          <ac:chgData name="Danaya Thataporn" userId="89d0173d-ff71-44c0-af68-32558b03b462" providerId="ADAL" clId="{0BEBD22B-47BB-4107-AC9D-8A0CD27846C7}" dt="2026-06-24T09:31:42.903" v="177" actId="478"/>
          <ac:spMkLst>
            <pc:docMk/>
            <pc:sldMk cId="3038260215" sldId="265"/>
            <ac:spMk id="57" creationId="{1F43FEFB-7DB6-E96C-0A04-043AFC8B4FE7}"/>
          </ac:spMkLst>
        </pc:spChg>
        <pc:spChg chg="del">
          <ac:chgData name="Danaya Thataporn" userId="89d0173d-ff71-44c0-af68-32558b03b462" providerId="ADAL" clId="{0BEBD22B-47BB-4107-AC9D-8A0CD27846C7}" dt="2026-06-24T09:31:42.903" v="177" actId="478"/>
          <ac:spMkLst>
            <pc:docMk/>
            <pc:sldMk cId="3038260215" sldId="265"/>
            <ac:spMk id="61" creationId="{8A8C8664-9E14-6867-C092-2CD73B947326}"/>
          </ac:spMkLst>
        </pc:spChg>
        <pc:spChg chg="del">
          <ac:chgData name="Danaya Thataporn" userId="89d0173d-ff71-44c0-af68-32558b03b462" providerId="ADAL" clId="{0BEBD22B-47BB-4107-AC9D-8A0CD27846C7}" dt="2026-06-24T09:31:42.903" v="177" actId="478"/>
          <ac:spMkLst>
            <pc:docMk/>
            <pc:sldMk cId="3038260215" sldId="265"/>
            <ac:spMk id="77" creationId="{29439781-A58D-559E-1465-3219265D7DF5}"/>
          </ac:spMkLst>
        </pc:spChg>
        <pc:picChg chg="add mod">
          <ac:chgData name="Danaya Thataporn" userId="89d0173d-ff71-44c0-af68-32558b03b462" providerId="ADAL" clId="{0BEBD22B-47BB-4107-AC9D-8A0CD27846C7}" dt="2026-06-24T09:38:01.195" v="254" actId="1035"/>
          <ac:picMkLst>
            <pc:docMk/>
            <pc:sldMk cId="3038260215" sldId="265"/>
            <ac:picMk id="93" creationId="{83D76B7A-9F24-2173-0CE7-96377125F9CD}"/>
          </ac:picMkLst>
        </pc:picChg>
      </pc:sldChg>
      <pc:sldChg chg="addSp delSp modSp add mod setBg">
        <pc:chgData name="Danaya Thataporn" userId="89d0173d-ff71-44c0-af68-32558b03b462" providerId="ADAL" clId="{0BEBD22B-47BB-4107-AC9D-8A0CD27846C7}" dt="2026-06-24T10:01:15.060" v="365" actId="14100"/>
        <pc:sldMkLst>
          <pc:docMk/>
          <pc:sldMk cId="2959626574" sldId="266"/>
        </pc:sldMkLst>
        <pc:spChg chg="mod">
          <ac:chgData name="Danaya Thataporn" userId="89d0173d-ff71-44c0-af68-32558b03b462" providerId="ADAL" clId="{0BEBD22B-47BB-4107-AC9D-8A0CD27846C7}" dt="2026-06-24T09:58:21.342" v="291" actId="20577"/>
          <ac:spMkLst>
            <pc:docMk/>
            <pc:sldMk cId="2959626574" sldId="266"/>
            <ac:spMk id="4" creationId="{E117A566-088A-AD30-8499-191C390953A2}"/>
          </ac:spMkLst>
        </pc:spChg>
        <pc:spChg chg="del mod">
          <ac:chgData name="Danaya Thataporn" userId="89d0173d-ff71-44c0-af68-32558b03b462" providerId="ADAL" clId="{0BEBD22B-47BB-4107-AC9D-8A0CD27846C7}" dt="2026-06-24T09:59:22.967" v="294" actId="478"/>
          <ac:spMkLst>
            <pc:docMk/>
            <pc:sldMk cId="2959626574" sldId="266"/>
            <ac:spMk id="38" creationId="{F5724805-28A0-1707-9DCA-BEA258834B78}"/>
          </ac:spMkLst>
        </pc:spChg>
        <pc:spChg chg="del">
          <ac:chgData name="Danaya Thataporn" userId="89d0173d-ff71-44c0-af68-32558b03b462" providerId="ADAL" clId="{0BEBD22B-47BB-4107-AC9D-8A0CD27846C7}" dt="2026-06-24T09:59:22.207" v="292" actId="478"/>
          <ac:spMkLst>
            <pc:docMk/>
            <pc:sldMk cId="2959626574" sldId="266"/>
            <ac:spMk id="41" creationId="{507D6D72-927F-F836-3D4B-BFF56E4597FE}"/>
          </ac:spMkLst>
        </pc:spChg>
        <pc:spChg chg="del">
          <ac:chgData name="Danaya Thataporn" userId="89d0173d-ff71-44c0-af68-32558b03b462" providerId="ADAL" clId="{0BEBD22B-47BB-4107-AC9D-8A0CD27846C7}" dt="2026-06-24T09:59:22.207" v="292" actId="478"/>
          <ac:spMkLst>
            <pc:docMk/>
            <pc:sldMk cId="2959626574" sldId="266"/>
            <ac:spMk id="42" creationId="{97BB992D-9E40-6E14-AE33-FFBE23E76EBD}"/>
          </ac:spMkLst>
        </pc:spChg>
        <pc:spChg chg="del">
          <ac:chgData name="Danaya Thataporn" userId="89d0173d-ff71-44c0-af68-32558b03b462" providerId="ADAL" clId="{0BEBD22B-47BB-4107-AC9D-8A0CD27846C7}" dt="2026-06-24T09:59:22.207" v="292" actId="478"/>
          <ac:spMkLst>
            <pc:docMk/>
            <pc:sldMk cId="2959626574" sldId="266"/>
            <ac:spMk id="44" creationId="{0B4A5871-84EC-2752-E6E8-2E6A6FC82DE4}"/>
          </ac:spMkLst>
        </pc:spChg>
        <pc:spChg chg="del">
          <ac:chgData name="Danaya Thataporn" userId="89d0173d-ff71-44c0-af68-32558b03b462" providerId="ADAL" clId="{0BEBD22B-47BB-4107-AC9D-8A0CD27846C7}" dt="2026-06-24T09:59:22.207" v="292" actId="478"/>
          <ac:spMkLst>
            <pc:docMk/>
            <pc:sldMk cId="2959626574" sldId="266"/>
            <ac:spMk id="47" creationId="{76FD3105-28C2-B2BE-749A-516207DE0B7F}"/>
          </ac:spMkLst>
        </pc:spChg>
        <pc:spChg chg="del">
          <ac:chgData name="Danaya Thataporn" userId="89d0173d-ff71-44c0-af68-32558b03b462" providerId="ADAL" clId="{0BEBD22B-47BB-4107-AC9D-8A0CD27846C7}" dt="2026-06-24T09:59:22.207" v="292" actId="478"/>
          <ac:spMkLst>
            <pc:docMk/>
            <pc:sldMk cId="2959626574" sldId="266"/>
            <ac:spMk id="52" creationId="{88CEB205-C4AB-022A-98C7-76128225890B}"/>
          </ac:spMkLst>
        </pc:spChg>
        <pc:spChg chg="del">
          <ac:chgData name="Danaya Thataporn" userId="89d0173d-ff71-44c0-af68-32558b03b462" providerId="ADAL" clId="{0BEBD22B-47BB-4107-AC9D-8A0CD27846C7}" dt="2026-06-24T09:59:22.207" v="292" actId="478"/>
          <ac:spMkLst>
            <pc:docMk/>
            <pc:sldMk cId="2959626574" sldId="266"/>
            <ac:spMk id="55" creationId="{BB6A3D0D-CBDF-DFF8-C0C1-8C1E150D3B22}"/>
          </ac:spMkLst>
        </pc:spChg>
        <pc:spChg chg="del">
          <ac:chgData name="Danaya Thataporn" userId="89d0173d-ff71-44c0-af68-32558b03b462" providerId="ADAL" clId="{0BEBD22B-47BB-4107-AC9D-8A0CD27846C7}" dt="2026-06-24T09:59:22.207" v="292" actId="478"/>
          <ac:spMkLst>
            <pc:docMk/>
            <pc:sldMk cId="2959626574" sldId="266"/>
            <ac:spMk id="60" creationId="{DAF4597B-8117-EEB3-69B9-D1A47E08C9C0}"/>
          </ac:spMkLst>
        </pc:spChg>
        <pc:spChg chg="del">
          <ac:chgData name="Danaya Thataporn" userId="89d0173d-ff71-44c0-af68-32558b03b462" providerId="ADAL" clId="{0BEBD22B-47BB-4107-AC9D-8A0CD27846C7}" dt="2026-06-24T09:59:22.207" v="292" actId="478"/>
          <ac:spMkLst>
            <pc:docMk/>
            <pc:sldMk cId="2959626574" sldId="266"/>
            <ac:spMk id="64" creationId="{9E9CD8E8-B4C5-4BF0-F3F2-CA9849992E9F}"/>
          </ac:spMkLst>
        </pc:spChg>
        <pc:spChg chg="del">
          <ac:chgData name="Danaya Thataporn" userId="89d0173d-ff71-44c0-af68-32558b03b462" providerId="ADAL" clId="{0BEBD22B-47BB-4107-AC9D-8A0CD27846C7}" dt="2026-06-24T09:59:22.207" v="292" actId="478"/>
          <ac:spMkLst>
            <pc:docMk/>
            <pc:sldMk cId="2959626574" sldId="266"/>
            <ac:spMk id="66" creationId="{C10997BC-CFF4-E518-43F6-AB2883B5264C}"/>
          </ac:spMkLst>
        </pc:spChg>
        <pc:spChg chg="del">
          <ac:chgData name="Danaya Thataporn" userId="89d0173d-ff71-44c0-af68-32558b03b462" providerId="ADAL" clId="{0BEBD22B-47BB-4107-AC9D-8A0CD27846C7}" dt="2026-06-24T09:59:22.207" v="292" actId="478"/>
          <ac:spMkLst>
            <pc:docMk/>
            <pc:sldMk cId="2959626574" sldId="266"/>
            <ac:spMk id="67" creationId="{A366CF70-1625-DB2C-4597-EF84756BEBAF}"/>
          </ac:spMkLst>
        </pc:spChg>
        <pc:spChg chg="add del mod">
          <ac:chgData name="Danaya Thataporn" userId="89d0173d-ff71-44c0-af68-32558b03b462" providerId="ADAL" clId="{0BEBD22B-47BB-4107-AC9D-8A0CD27846C7}" dt="2026-06-24T10:01:11.318" v="364" actId="1076"/>
          <ac:spMkLst>
            <pc:docMk/>
            <pc:sldMk cId="2959626574" sldId="266"/>
            <ac:spMk id="72" creationId="{148FAB49-5CE8-6A64-DEDE-A5E081F1AA0D}"/>
          </ac:spMkLst>
        </pc:spChg>
        <pc:spChg chg="add del mod">
          <ac:chgData name="Danaya Thataporn" userId="89d0173d-ff71-44c0-af68-32558b03b462" providerId="ADAL" clId="{0BEBD22B-47BB-4107-AC9D-8A0CD27846C7}" dt="2026-06-24T10:01:15.060" v="365" actId="14100"/>
          <ac:spMkLst>
            <pc:docMk/>
            <pc:sldMk cId="2959626574" sldId="266"/>
            <ac:spMk id="73" creationId="{4C3D32A4-EB7E-890B-1B85-8486A6FFA94C}"/>
          </ac:spMkLst>
        </pc:spChg>
        <pc:picChg chg="add mod">
          <ac:chgData name="Danaya Thataporn" userId="89d0173d-ff71-44c0-af68-32558b03b462" providerId="ADAL" clId="{0BEBD22B-47BB-4107-AC9D-8A0CD27846C7}" dt="2026-06-24T10:01:05.102" v="362" actId="1440"/>
          <ac:picMkLst>
            <pc:docMk/>
            <pc:sldMk cId="2959626574" sldId="266"/>
            <ac:picMk id="8" creationId="{7E60FB96-E628-D982-8FCD-A1C94DCFF5FA}"/>
          </ac:picMkLst>
        </pc:picChg>
        <pc:picChg chg="add mod">
          <ac:chgData name="Danaya Thataporn" userId="89d0173d-ff71-44c0-af68-32558b03b462" providerId="ADAL" clId="{0BEBD22B-47BB-4107-AC9D-8A0CD27846C7}" dt="2026-06-24T10:01:06.475" v="363" actId="1440"/>
          <ac:picMkLst>
            <pc:docMk/>
            <pc:sldMk cId="2959626574" sldId="266"/>
            <ac:picMk id="10" creationId="{11044EBD-35B2-EFA1-AA44-D606D4937B37}"/>
          </ac:picMkLst>
        </pc:picChg>
      </pc:sldChg>
      <pc:sldChg chg="add">
        <pc:chgData name="Danaya Thataporn" userId="89d0173d-ff71-44c0-af68-32558b03b462" providerId="ADAL" clId="{0BEBD22B-47BB-4107-AC9D-8A0CD27846C7}" dt="2026-06-24T10:44:52.815" v="487"/>
        <pc:sldMkLst>
          <pc:docMk/>
          <pc:sldMk cId="0" sldId="267"/>
        </pc:sldMkLst>
      </pc:sldChg>
      <pc:sldChg chg="modSp add mod">
        <pc:chgData name="Danaya Thataporn" userId="89d0173d-ff71-44c0-af68-32558b03b462" providerId="ADAL" clId="{0BEBD22B-47BB-4107-AC9D-8A0CD27846C7}" dt="2026-06-24T10:45:54.949" v="492"/>
        <pc:sldMkLst>
          <pc:docMk/>
          <pc:sldMk cId="0" sldId="268"/>
        </pc:sldMkLst>
        <pc:spChg chg="mod">
          <ac:chgData name="Danaya Thataporn" userId="89d0173d-ff71-44c0-af68-32558b03b462" providerId="ADAL" clId="{0BEBD22B-47BB-4107-AC9D-8A0CD27846C7}" dt="2026-06-24T10:45:54.949" v="492"/>
          <ac:spMkLst>
            <pc:docMk/>
            <pc:sldMk cId="0" sldId="268"/>
            <ac:spMk id="48" creationId="{00000000-0000-0000-0000-000000000000}"/>
          </ac:spMkLst>
        </pc:spChg>
        <pc:spChg chg="mod">
          <ac:chgData name="Danaya Thataporn" userId="89d0173d-ff71-44c0-af68-32558b03b462" providerId="ADAL" clId="{0BEBD22B-47BB-4107-AC9D-8A0CD27846C7}" dt="2026-06-24T10:45:51.363" v="491" actId="20577"/>
          <ac:spMkLst>
            <pc:docMk/>
            <pc:sldMk cId="0" sldId="268"/>
            <ac:spMk id="7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476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2B785-2458-902E-2FA2-B8E5FB25F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1FD3A-7728-B6A2-273E-66EE9D002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17642-C64B-FDA8-EC2F-2C331AA84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31DD3-0627-8C89-CB2E-29B903085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89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7E888-08FA-05AF-1D1C-0F9400E82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772FB-64FE-81C5-7477-12C365624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68B12-9E3A-E659-6322-3867E8329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0B531-D225-12A3-A53C-B6FA85B2FB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61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972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chemeClr val="bg1"/>
                </a:solidFill>
              </a:rPr>
              <a:t>GES </a:t>
            </a:r>
            <a:r>
              <a:rPr lang="en-US" sz="4000" dirty="0" err="1">
                <a:solidFill>
                  <a:schemeClr val="bg1"/>
                </a:solidFill>
              </a:rPr>
              <a:t>Etimesheet</a:t>
            </a:r>
            <a:r>
              <a:rPr lang="en-US" sz="4000" dirty="0">
                <a:solidFill>
                  <a:schemeClr val="bg1"/>
                </a:solidFill>
              </a:rPr>
              <a:t> Web app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Way to Monitor Our Team's Time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64992"/>
            <a:ext cx="804672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Control Dept.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GES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Etimesheet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 app</a:t>
            </a:r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115568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66928" cy="566928"/>
          </a:xfrm>
          <a:prstGeom prst="ellipse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" y="1335024"/>
            <a:ext cx="585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79576" y="131673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Tracking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65860" y="1502664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actual man-hours spent on each project.</a:t>
            </a:r>
            <a:endParaRPr lang="th-TH" sz="11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Monitor and balance employee workload to ensure efficient resource allocation.</a:t>
            </a:r>
          </a:p>
        </p:txBody>
      </p:sp>
      <p:sp>
        <p:nvSpPr>
          <p:cNvPr id="12" name="Shape 10"/>
          <p:cNvSpPr/>
          <p:nvPr/>
        </p:nvSpPr>
        <p:spPr>
          <a:xfrm>
            <a:off x="4736592" y="1115568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01184" y="1371600"/>
            <a:ext cx="566928" cy="566928"/>
          </a:xfrm>
          <a:prstGeom prst="ellipse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335024"/>
            <a:ext cx="585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⚡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23560" y="131673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1412748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spreadsheets and paper forms with one digital system.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2608" y="283464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090672"/>
            <a:ext cx="566928" cy="566928"/>
          </a:xfrm>
          <a:prstGeom prst="ellipse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8056" y="3054096"/>
            <a:ext cx="585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79576" y="303580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65860" y="3235452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planned versus actual resource utilization.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36592" y="283464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01184" y="3090672"/>
            <a:ext cx="566928" cy="566928"/>
          </a:xfrm>
          <a:prstGeom prst="ellipse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3054096"/>
            <a:ext cx="585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💡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623560" y="303580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Planning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3383280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Project Managers to forecast and plan resource requirements in advance.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Improve resource allocation and workforce planning across multiple projects.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07899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48056" y="136245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32588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115214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vs Actual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1399032"/>
            <a:ext cx="3447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planned and tracking actual hours side by side per project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36592" y="107899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136245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64608" y="132588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30952" y="115214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30952" y="141122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manages their own timesheet — secure &amp; personal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217627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245973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" y="24231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" y="224942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6968" y="249783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Review → Approve — clear accountability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36592" y="217627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92040" y="245973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64608" y="24231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30952" y="224942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Charts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30952" y="246888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summaries at a glance for individuals and managers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" y="327355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" y="355701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" y="352044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6968" y="334670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Filtering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86968" y="35890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department, project, or date range easily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36592" y="327355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92040" y="355701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64608" y="352044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30952" y="334670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&amp; Quick Access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330952" y="360121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frequent projects for faster daily entry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Actual Manhours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0241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39696" y="10241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41448" y="10241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41448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88536" y="10241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90288" y="10241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90288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37376" y="10241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/ 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39128" y="10241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39128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32560" y="1511808"/>
            <a:ext cx="1322832" cy="420624"/>
          </a:xfrm>
          <a:prstGeom prst="roundRect">
            <a:avLst>
              <a:gd name="adj" fmla="val 15217"/>
            </a:avLst>
          </a:prstGeom>
          <a:solidFill>
            <a:srgbClr val="EEF2F9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32560" y="1511808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Employee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30652" y="1511808"/>
            <a:ext cx="1322832" cy="420624"/>
          </a:xfrm>
          <a:prstGeom prst="roundRect">
            <a:avLst>
              <a:gd name="adj" fmla="val 15217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30652" y="1511808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51604" y="1511808"/>
            <a:ext cx="1322832" cy="420624"/>
          </a:xfrm>
          <a:prstGeom prst="roundRect">
            <a:avLst>
              <a:gd name="adj" fmla="val 15217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51604" y="1511808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GES Mgmt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64936" y="1511808"/>
            <a:ext cx="1322832" cy="420624"/>
          </a:xfrm>
          <a:prstGeom prst="roundRect">
            <a:avLst>
              <a:gd name="adj" fmla="val 15217"/>
            </a:avLst>
          </a:prstGeom>
          <a:solidFill>
            <a:srgbClr val="EDE8FD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64936" y="1511808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MD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3508" y="1511808"/>
            <a:ext cx="1322832" cy="420624"/>
          </a:xfrm>
          <a:prstGeom prst="roundRect">
            <a:avLst>
              <a:gd name="adj" fmla="val 15217"/>
            </a:avLst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3508" y="1511808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" y="1511808"/>
            <a:ext cx="1169014" cy="420624"/>
          </a:xfrm>
          <a:prstGeom prst="roundRect">
            <a:avLst>
              <a:gd name="adj" fmla="val 1521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" y="1511808"/>
            <a:ext cx="11690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" y="2023872"/>
            <a:ext cx="1169014" cy="420624"/>
          </a:xfrm>
          <a:prstGeom prst="rect">
            <a:avLst/>
          </a:prstGeom>
          <a:solidFill>
            <a:srgbClr val="1B2E5E">
              <a:alpha val="20000"/>
            </a:srgbClr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" y="2023872"/>
            <a:ext cx="11690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Hours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432560" y="2023872"/>
            <a:ext cx="1322832" cy="420624"/>
          </a:xfrm>
          <a:prstGeom prst="rect">
            <a:avLst/>
          </a:prstGeom>
          <a:solidFill>
            <a:srgbClr val="1B2E5E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32560" y="2023872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30652" y="2023872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930652" y="2023872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51604" y="2023872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51604" y="2023872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64936" y="2023872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64936" y="2023872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93508" y="2023872"/>
            <a:ext cx="1322832" cy="420624"/>
          </a:xfrm>
          <a:prstGeom prst="rect">
            <a:avLst/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93508" y="2023872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employee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1440" y="2508504"/>
            <a:ext cx="1169014" cy="420624"/>
          </a:xfrm>
          <a:prstGeom prst="rect">
            <a:avLst/>
          </a:prstGeom>
          <a:solidFill>
            <a:srgbClr val="1B2E5E">
              <a:alpha val="30000"/>
            </a:srgbClr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1440" y="2508504"/>
            <a:ext cx="11690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432560" y="2508504"/>
            <a:ext cx="1322832" cy="420624"/>
          </a:xfrm>
          <a:prstGeom prst="rect">
            <a:avLst/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432560" y="2508504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30652" y="2508504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930652" y="2508504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51604" y="2508504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451604" y="2508504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64936" y="2508504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964936" y="2508504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93508" y="2508504"/>
            <a:ext cx="1322832" cy="420624"/>
          </a:xfrm>
          <a:prstGeom prst="rect">
            <a:avLst/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493508" y="2508504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employee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1440" y="2993136"/>
            <a:ext cx="1169014" cy="420624"/>
          </a:xfrm>
          <a:prstGeom prst="rect">
            <a:avLst/>
          </a:prstGeom>
          <a:solidFill>
            <a:srgbClr val="1B2E5E">
              <a:alpha val="20000"/>
            </a:srgbClr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1440" y="2993136"/>
            <a:ext cx="11690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432560" y="2993136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432560" y="2993136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930652" y="2993136"/>
            <a:ext cx="1322832" cy="420624"/>
          </a:xfrm>
          <a:prstGeom prst="rect">
            <a:avLst/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930652" y="2993136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projects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451604" y="2993136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451604" y="2993136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964936" y="2993136"/>
            <a:ext cx="1322832" cy="420624"/>
          </a:xfrm>
          <a:prstGeom prst="rect">
            <a:avLst/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964936" y="2993136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GES-OH only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493508" y="2993136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493508" y="2993136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approve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1440" y="3477768"/>
            <a:ext cx="1169014" cy="420624"/>
          </a:xfrm>
          <a:prstGeom prst="rect">
            <a:avLst/>
          </a:prstGeom>
          <a:solidFill>
            <a:srgbClr val="1B2E5E">
              <a:alpha val="30000"/>
            </a:srgbClr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1440" y="3477768"/>
            <a:ext cx="11690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432560" y="3477768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432560" y="3477768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930652" y="3477768"/>
            <a:ext cx="1322832" cy="420624"/>
          </a:xfrm>
          <a:prstGeom prst="rect">
            <a:avLst/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930652" y="3477768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projects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451604" y="3477768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451604" y="3477768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964936" y="3477768"/>
            <a:ext cx="1322832" cy="420624"/>
          </a:xfrm>
          <a:prstGeom prst="rect">
            <a:avLst/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964936" y="3477768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GES-OH only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493508" y="3477768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493508" y="3477768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1440" y="3962400"/>
            <a:ext cx="1169014" cy="420624"/>
          </a:xfrm>
          <a:prstGeom prst="rect">
            <a:avLst/>
          </a:prstGeom>
          <a:solidFill>
            <a:srgbClr val="1B2E5E">
              <a:alpha val="20000"/>
            </a:srgbClr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1440" y="3962400"/>
            <a:ext cx="11690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1432560" y="3962400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432560" y="3962400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930652" y="3962400"/>
            <a:ext cx="1322832" cy="420624"/>
          </a:xfrm>
          <a:prstGeom prst="rect">
            <a:avLst/>
          </a:prstGeom>
          <a:solidFill>
            <a:srgbClr val="EDE8FD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930652" y="3962400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projects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451604" y="3962400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451604" y="3962400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964936" y="3962400"/>
            <a:ext cx="1322832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964936" y="3962400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493508" y="3962400"/>
            <a:ext cx="1322832" cy="420624"/>
          </a:xfrm>
          <a:prstGeom prst="rect">
            <a:avLst/>
          </a:prstGeom>
          <a:solidFill>
            <a:srgbClr val="EDE8FD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7493508" y="3962400"/>
            <a:ext cx="1322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timesheets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92608" y="4498848"/>
            <a:ext cx="8558784" cy="347472"/>
          </a:xfrm>
          <a:prstGeom prst="roundRect">
            <a:avLst>
              <a:gd name="adj" fmla="val 15789"/>
            </a:avLst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84048" y="449884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Once submitted, employees cannot edit their timesheet. PD or Admin must unlock it first.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CCBE-ECCC-8D56-AF8E-5F5FA602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44EB50-BB49-DD04-5C2A-6AA42EA4AD88}"/>
              </a:ext>
            </a:extLst>
          </p:cNvPr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A18510-10AA-51A1-81B3-63B46CE57870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0C1DEB-2502-F4C4-61A6-BD45393987E6}"/>
              </a:ext>
            </a:extLst>
          </p:cNvPr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Actual Manhours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C7A4347-660E-1546-417D-0C2458BB39E2}"/>
              </a:ext>
            </a:extLst>
          </p:cNvPr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199721C-EE33-B914-58F8-213DAC50F757}"/>
              </a:ext>
            </a:extLst>
          </p:cNvPr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 Flow</a:t>
            </a:r>
            <a:endParaRPr lang="en-US" sz="1100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83D76B7A-9F24-2173-0CE7-96377125F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2124"/>
            <a:ext cx="8153400" cy="40626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8260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Plan Manhours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" y="1010412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01168" y="1101852"/>
            <a:ext cx="3941064" cy="347472"/>
          </a:xfrm>
          <a:prstGeom prst="roundRect">
            <a:avLst>
              <a:gd name="adj" fmla="val 1842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01168" y="1101852"/>
            <a:ext cx="3941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Resource Plan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81178" y="1531620"/>
            <a:ext cx="740664" cy="292608"/>
          </a:xfrm>
          <a:prstGeom prst="roundRect">
            <a:avLst>
              <a:gd name="adj" fmla="val 15625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01168" y="1531620"/>
            <a:ext cx="930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5850" y="1531620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241298" y="1531620"/>
            <a:ext cx="710946" cy="292608"/>
          </a:xfrm>
          <a:prstGeom prst="roundRect">
            <a:avLst>
              <a:gd name="adj" fmla="val 15625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68146" y="1531620"/>
            <a:ext cx="82067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35302" y="1531620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08276" y="1531620"/>
            <a:ext cx="785622" cy="283464"/>
          </a:xfrm>
          <a:prstGeom prst="roundRect">
            <a:avLst>
              <a:gd name="adj" fmla="val 15625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135886" y="1522476"/>
            <a:ext cx="930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Approved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068574" y="1531620"/>
            <a:ext cx="73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11830" y="1531620"/>
            <a:ext cx="784860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156966" y="1531620"/>
            <a:ext cx="930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Approved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01168" y="1943100"/>
            <a:ext cx="394106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37744" y="197967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Plan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37744" y="2235708"/>
            <a:ext cx="3867912" cy="201168"/>
          </a:xfrm>
          <a:prstGeom prst="roundRect">
            <a:avLst>
              <a:gd name="adj" fmla="val 18182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56032" y="2235708"/>
            <a:ext cx="2398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 / ges_pd  Own projects (draft only)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01168" y="2628900"/>
            <a:ext cx="39410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37744" y="266547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Plan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37744" y="2921508"/>
            <a:ext cx="3867912" cy="201168"/>
          </a:xfrm>
          <a:prstGeom prst="roundRect">
            <a:avLst>
              <a:gd name="adj" fmla="val 18182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56032" y="2921508"/>
            <a:ext cx="2398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 Own projects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01168" y="3314700"/>
            <a:ext cx="3941064" cy="62179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37744" y="335127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(per dept)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37744" y="3607308"/>
            <a:ext cx="3867912" cy="201168"/>
          </a:xfrm>
          <a:prstGeom prst="roundRect">
            <a:avLst>
              <a:gd name="adj" fmla="val 18182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56032" y="3607308"/>
            <a:ext cx="2398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GES Mgmt  Own dept only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654137" y="3607308"/>
            <a:ext cx="1469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MD / ⚙️ Admin (all)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01168" y="4000500"/>
            <a:ext cx="39410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37744" y="403707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Revision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37744" y="4293108"/>
            <a:ext cx="3867912" cy="201168"/>
          </a:xfrm>
          <a:prstGeom prst="roundRect">
            <a:avLst>
              <a:gd name="adj" fmla="val 18182"/>
            </a:avLst>
          </a:prstGeom>
          <a:solidFill>
            <a:srgbClr val="EDE8FD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56032" y="4293108"/>
            <a:ext cx="23981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PD / ges_pd  Own projects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654137" y="4293108"/>
            <a:ext cx="1469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MD / ⚙️ Admin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10312" y="4713732"/>
            <a:ext cx="8558784" cy="347472"/>
          </a:xfrm>
          <a:prstGeom prst="roundRect">
            <a:avLst>
              <a:gd name="adj" fmla="val 15789"/>
            </a:avLst>
          </a:prstGeom>
          <a:solidFill>
            <a:srgbClr val="E8F8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74904" y="4713732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Monthly plan requires ALL departments to approve individually before the project plan is fully approved.</a:t>
            </a:r>
            <a:endParaRPr lang="en-US" sz="1050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38EF0CAE-46C8-6941-2D79-2C50AA73A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349" y="1522476"/>
            <a:ext cx="4690872" cy="26790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What It Shows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664208" cy="987552"/>
          </a:xfrm>
          <a:prstGeom prst="roundRect">
            <a:avLst>
              <a:gd name="adj" fmla="val 9259"/>
            </a:avLst>
          </a:prstGeom>
          <a:solidFill>
            <a:srgbClr val="1B2E5E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0424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⏱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Actual Hours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ABB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 hours logged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ABB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(excl. Leave)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02536" y="1005840"/>
            <a:ext cx="1664208" cy="987552"/>
          </a:xfrm>
          <a:prstGeom prst="roundRect">
            <a:avLst>
              <a:gd name="adj" fmla="val 9259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02536" y="10424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📅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02536" y="13716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Planned Hours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02536" y="162763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Hours from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30752" y="1005840"/>
            <a:ext cx="1664208" cy="987552"/>
          </a:xfrm>
          <a:prstGeom prst="roundRect">
            <a:avLst>
              <a:gd name="adj" fmla="val 9259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30752" y="10424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📊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30752" y="13716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45A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30752" y="162763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Actual ÷ Planned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× 100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58968" y="1005840"/>
            <a:ext cx="1664208" cy="987552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58968" y="10424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58968" y="13716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58968" y="162763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Count submitted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187184" y="1005840"/>
            <a:ext cx="1664208" cy="987552"/>
          </a:xfrm>
          <a:prstGeom prst="roundRect">
            <a:avLst>
              <a:gd name="adj" fmla="val 9259"/>
            </a:avLst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87184" y="10424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🏖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87184" y="13716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Leave / Holiday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87184" y="162763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code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1001–1005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4160520" cy="749808"/>
          </a:xfrm>
          <a:prstGeom prst="roundRect">
            <a:avLst>
              <a:gd name="adj" fmla="val 10976"/>
            </a:avLst>
          </a:prstGeom>
          <a:solidFill>
            <a:srgbClr val="FFF3D6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84048" y="223113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4048" y="22311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04672" y="21945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Plan vs Actual by Project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04672" y="24871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 chart comparing plan &amp; actual per project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 bar = exceeded plan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09160" y="2103120"/>
            <a:ext cx="4160520" cy="749808"/>
          </a:xfrm>
          <a:prstGeom prst="roundRect">
            <a:avLst>
              <a:gd name="adj" fmla="val 10976"/>
            </a:avLst>
          </a:prstGeom>
          <a:solidFill>
            <a:srgbClr val="EEF2F9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818888" y="223113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18888" y="22311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239512" y="21945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239512" y="24871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Doughnut chart — hours by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Category / Discipline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74320" y="2971800"/>
            <a:ext cx="4160520" cy="749808"/>
          </a:xfrm>
          <a:prstGeom prst="roundRect">
            <a:avLst>
              <a:gd name="adj" fmla="val 10976"/>
            </a:avLst>
          </a:prstGeom>
          <a:solidFill>
            <a:srgbClr val="E8F8F0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84048" y="309981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84048" y="30998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04672" y="3063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Trend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04672" y="33558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 + Line — 6 weeks history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Target line at 80%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709160" y="2971800"/>
            <a:ext cx="4160520" cy="749808"/>
          </a:xfrm>
          <a:prstGeom prst="roundRect">
            <a:avLst>
              <a:gd name="adj" fmla="val 10976"/>
            </a:avLst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818888" y="309981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818888" y="30998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239512" y="3063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 10 Employees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239512" y="33558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— ranked by hours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by department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74320" y="3840480"/>
            <a:ext cx="4160520" cy="749808"/>
          </a:xfrm>
          <a:prstGeom prst="roundRect">
            <a:avLst>
              <a:gd name="adj" fmla="val 10976"/>
            </a:avLst>
          </a:prstGeom>
          <a:solidFill>
            <a:srgbClr val="FDE8E8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84048" y="396849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84048" y="396849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04672" y="3931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Leave Breakdown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04672" y="422452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— leave hours per person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(shown only if leave data exists)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709160" y="3840480"/>
            <a:ext cx="4160520" cy="749808"/>
          </a:xfrm>
          <a:prstGeom prst="roundRect">
            <a:avLst>
              <a:gd name="adj" fmla="val 10976"/>
            </a:avLst>
          </a:prstGeom>
          <a:solidFill>
            <a:srgbClr val="EDE8FD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818888" y="396849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818888" y="396849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239512" y="3931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Plan vs Actual Matrix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239512" y="422452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Table — 6 months history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🟢≥80%  🟡&lt;80%  🔴&gt;Plan  ⚫No Plan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Filters &amp; Who Sees What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023360" cy="3858768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4048" y="1097280"/>
            <a:ext cx="3803904" cy="347472"/>
          </a:xfrm>
          <a:prstGeom prst="roundRect">
            <a:avLst>
              <a:gd name="adj" fmla="val 1842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" y="109728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Filter Options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" y="1627632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📆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1248" y="15727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1248" y="1810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Monday ของสัปดาห์ / Prev–Next / Today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488" y="2148840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12140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1248" y="20939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248" y="23317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เลือกเดือน-ปี / Prev–Next / This Month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" y="2670048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6426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📁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1248" y="26151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1248" y="28529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 หรือเลือกรายโปรเจกต์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" y="319125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316382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🏢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1248" y="31363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1248" y="33741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/ เลือก Dept (กรองเฉพาะ Top Employees)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5488" y="3712464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368503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🔖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1248" y="3657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1248" y="38953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ทั้งหมด / รออนุมัติ / อนุมัติแล้ว / Draft / ยังไม่ส่ง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5488" y="4233672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🔍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1248" y="4178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41248" y="44165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ค้นชื่อ / ID / แผนก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480560" y="1005840"/>
            <a:ext cx="4370832" cy="3858768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90288" y="1097280"/>
            <a:ext cx="4151376" cy="347472"/>
          </a:xfrm>
          <a:prstGeom prst="roundRect">
            <a:avLst>
              <a:gd name="adj" fmla="val 1842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90288" y="1097280"/>
            <a:ext cx="4151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 Sees What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90288" y="1536192"/>
            <a:ext cx="1188720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90288" y="15361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833872" y="1536192"/>
            <a:ext cx="841248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833872" y="153619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720840" y="1536192"/>
            <a:ext cx="749808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720840" y="153619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516368" y="1536192"/>
            <a:ext cx="749808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516368" y="153619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Filter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302752" y="1536192"/>
            <a:ext cx="640080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302752" y="15361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590288" y="1874520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626864" y="187452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MD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833872" y="1874520"/>
            <a:ext cx="8412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870448" y="187452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720840" y="187452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757416" y="18745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516368" y="187452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552944" y="18745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Any project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302752" y="1874520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339328" y="187452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By Project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590288" y="2377440"/>
            <a:ext cx="118872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4626864" y="237744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📋 PD / ges_pd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833872" y="2377440"/>
            <a:ext cx="841248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870448" y="237744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Project View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720840" y="2377440"/>
            <a:ext cx="749808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757416" y="237744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516368" y="2377440"/>
            <a:ext cx="749808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552944" y="237744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Own 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8302752" y="2377440"/>
            <a:ext cx="64008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339328" y="237744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By Project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4590288" y="2880360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4626864" y="288036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🏢 GES Mgmt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5833872" y="2880360"/>
            <a:ext cx="8412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5870448" y="288036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Dept View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6720840" y="288036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757416" y="288036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516368" y="288036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7552944" y="288036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 (own dept)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8302752" y="2880360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8339328" y="288036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By Employee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4590288" y="3383280"/>
            <a:ext cx="118872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4626864" y="338328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79" name="Shape 77"/>
          <p:cNvSpPr/>
          <p:nvPr/>
        </p:nvSpPr>
        <p:spPr>
          <a:xfrm>
            <a:off x="5833872" y="3383280"/>
            <a:ext cx="841248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5870448" y="338328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6720840" y="3383280"/>
            <a:ext cx="749808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6757416" y="338328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7516368" y="3383280"/>
            <a:ext cx="749808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7552944" y="338328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GES-OH only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8302752" y="3383280"/>
            <a:ext cx="64008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8339328" y="338328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4590288" y="3886200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4626864" y="388620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B2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👷 Employee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5833872" y="3886200"/>
            <a:ext cx="84124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5870448" y="388620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6720840" y="388620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6757416" y="388620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7516368" y="388620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7552944" y="388620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8302752" y="3886200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8339328" y="388620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4480560" y="4425696"/>
            <a:ext cx="4370832" cy="384048"/>
          </a:xfrm>
          <a:prstGeom prst="roundRect">
            <a:avLst>
              <a:gd name="adj" fmla="val 16667"/>
            </a:avLst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4572000" y="4425696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7A4F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💡  GES Management ไม่เห็น Task Breakdown (#2) และ Utilization Trend (#3)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13A11-9E41-F140-346C-97393B2A6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597EBA-F84C-7F5E-672B-BA43BFC220CA}"/>
              </a:ext>
            </a:extLst>
          </p:cNvPr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1F0250B-4956-C192-D861-0AA3BF77EE5E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17A566-088A-AD30-8499-191C390953A2}"/>
              </a:ext>
            </a:extLst>
          </p:cNvPr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Dashboard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B789E8B-5425-4CAB-5F0E-CC6659387454}"/>
              </a:ext>
            </a:extLst>
          </p:cNvPr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E5C468-11FB-DB3D-22C4-EBE29AED71DC}"/>
              </a:ext>
            </a:extLst>
          </p:cNvPr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</a:t>
            </a:r>
            <a:endParaRPr lang="en-US" sz="1100" dirty="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148FAB49-5CE8-6A64-DEDE-A5E081F1AA0D}"/>
              </a:ext>
            </a:extLst>
          </p:cNvPr>
          <p:cNvSpPr/>
          <p:nvPr/>
        </p:nvSpPr>
        <p:spPr>
          <a:xfrm>
            <a:off x="91440" y="4383024"/>
            <a:ext cx="4133088" cy="347472"/>
          </a:xfrm>
          <a:prstGeom prst="roundRect">
            <a:avLst>
              <a:gd name="adj" fmla="val 15789"/>
            </a:avLst>
          </a:prstGeom>
          <a:solidFill>
            <a:srgbClr val="E8F8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4C3D32A4-EB7E-890B-1B85-8486A6FFA94C}"/>
              </a:ext>
            </a:extLst>
          </p:cNvPr>
          <p:cNvSpPr/>
          <p:nvPr/>
        </p:nvSpPr>
        <p:spPr>
          <a:xfrm>
            <a:off x="256032" y="438302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Can adjust a dashboard </a:t>
            </a:r>
            <a:endParaRPr lang="en-US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60FB96-E628-D982-8FCD-A1C94DCFF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141243"/>
            <a:ext cx="3889248" cy="29871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044EBD-35B2-EFA1-AA44-D606D4937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794" y="1141243"/>
            <a:ext cx="4949766" cy="29871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9626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078992"/>
            <a:ext cx="2697480" cy="1389888"/>
          </a:xfrm>
          <a:prstGeom prst="roundRect">
            <a:avLst>
              <a:gd name="adj" fmla="val 921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11556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92608" y="18288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21214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projects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departments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78992"/>
            <a:ext cx="2697480" cy="1389888"/>
          </a:xfrm>
          <a:prstGeom prst="roundRect">
            <a:avLst>
              <a:gd name="adj" fmla="val 921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11556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1214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needed —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08192" y="1078992"/>
            <a:ext cx="2697480" cy="1389888"/>
          </a:xfrm>
          <a:prstGeom prst="roundRect">
            <a:avLst>
              <a:gd name="adj" fmla="val 9211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08192" y="111556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108192" y="21214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AA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2816352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2770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Plan vs Actual comparison — know exactly where every hour goes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92608" y="3273552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32278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resource decisions — assign the right people to the right project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2608" y="3730752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3685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on reporting — data is already in the system, ready to view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2608" y="4187952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41422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project management — base decisions on facts, not estimates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269480" y="27432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69480" y="274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Active In: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GAS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Actual tracking — live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72968"/>
            <a:ext cx="246888" cy="2468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136392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136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Actual manhour input — enabled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246888" cy="2468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529584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529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— active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3959352"/>
            <a:ext cx="246888" cy="2468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922776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9227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reporting — available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4352544"/>
            <a:ext cx="246888" cy="2468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315968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stable and used daily</a:t>
            </a:r>
            <a:endParaRPr lang="en-US" sz="12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41FFF65-2E8F-2D19-7067-231487FCD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224" y="1060704"/>
            <a:ext cx="5138928" cy="10227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D9369E5-0911-EB49-0FA6-1AAFF3B95115}"/>
              </a:ext>
            </a:extLst>
          </p:cNvPr>
          <p:cNvGrpSpPr/>
          <p:nvPr/>
        </p:nvGrpSpPr>
        <p:grpSpPr>
          <a:xfrm>
            <a:off x="3454224" y="2177900"/>
            <a:ext cx="5138928" cy="2889400"/>
            <a:chOff x="476567" y="447712"/>
            <a:chExt cx="6515435" cy="448134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4AF10DA-22F5-8D5C-4E65-016977D76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6567" y="447712"/>
              <a:ext cx="6515435" cy="444522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noFill/>
              <a:miter lim="800000"/>
            </a:ln>
            <a:effectLst/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1089207-FC05-C684-516C-712CAD4FF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9594"/>
            <a:stretch>
              <a:fillRect/>
            </a:stretch>
          </p:blipFill>
          <p:spPr>
            <a:xfrm>
              <a:off x="2125615" y="483833"/>
              <a:ext cx="4479961" cy="444522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noFill/>
              <a:miter lim="800000"/>
            </a:ln>
            <a:effectLst/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0" y="2743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901952"/>
            <a:ext cx="7955280" cy="54864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6072" y="1737360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" y="1234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" y="228600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1752" y="23042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&amp; Admin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35452" y="173736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7772" y="1234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24912" y="228600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24912" y="23042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begins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58612" y="173736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48072" y="1234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48072" y="228600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48072" y="23042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all 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06740" y="173736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71232" y="1234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71232" y="228600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71232" y="23042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will continue to grow based on user feedback across all departments.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520440" y="594360"/>
            <a:ext cx="2103120" cy="2103120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520440" y="548640"/>
            <a:ext cx="2103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865</Words>
  <Application>Microsoft Office PowerPoint</Application>
  <PresentationFormat>On-screen Show (16:9)</PresentationFormat>
  <Paragraphs>281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 Manhour Tracking System</dc:title>
  <dc:subject>PptxGenJS Presentation</dc:subject>
  <dc:creator>GES</dc:creator>
  <cp:lastModifiedBy>Danaya Thataporn</cp:lastModifiedBy>
  <cp:revision>1</cp:revision>
  <dcterms:created xsi:type="dcterms:W3CDTF">2026-06-24T08:28:06Z</dcterms:created>
  <dcterms:modified xsi:type="dcterms:W3CDTF">2026-06-24T10:46:05Z</dcterms:modified>
</cp:coreProperties>
</file>