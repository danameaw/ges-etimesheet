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972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Manhour Tracking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Way to Monitor Our Team's Time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64992"/>
            <a:ext cx="804672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118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Engineering Solutions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115568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566928" cy="566928"/>
          </a:xfrm>
          <a:prstGeom prst="ellipse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335024"/>
            <a:ext cx="585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79576" y="131673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Tracking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9576" y="1664208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manhours per project — no more estimates or guesswork.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36592" y="1115568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01184" y="1371600"/>
            <a:ext cx="566928" cy="566928"/>
          </a:xfrm>
          <a:prstGeom prst="ellipse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35024"/>
            <a:ext cx="585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⚡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23560" y="131673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1664208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spreadsheets and paper forms with one digital system.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2608" y="283464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90672"/>
            <a:ext cx="566928" cy="566928"/>
          </a:xfrm>
          <a:prstGeom prst="ellipse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3054096"/>
            <a:ext cx="585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79576" y="303580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9576" y="3383280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sees workforce utilization the moment hours are logged.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36592" y="283464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01184" y="3090672"/>
            <a:ext cx="566928" cy="566928"/>
          </a:xfrm>
          <a:prstGeom prst="ellipse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54096"/>
            <a:ext cx="585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💡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623560" y="303580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Planning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3383280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actual data to plan future projects and control costs.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07899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36245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32588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115214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vs Actual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968" y="149961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planned and actual hours side by side per project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36592" y="107899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36245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32588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30952" y="115214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30952" y="149961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manages their own timesheet — secure &amp; personal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217627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" y="245973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4231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" y="224942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6968" y="259689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Review → Approve — clear accountability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36592" y="217627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245973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4231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30952" y="224942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Charts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30952" y="259689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summaries at a glance for individuals and managers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" y="327355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" y="355701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352044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6968" y="334670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Filtering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86968" y="369417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department, project, or date range easily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36592" y="327355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55701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52044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30952" y="334670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&amp; Quick Access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330952" y="369417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frequent projects for faster daily entry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Actual Manhours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0241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39696" y="10241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41448" y="10241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88536" y="10241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90288" y="10241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37376" y="10241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/ 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39128" y="10241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55648" y="1481328"/>
            <a:ext cx="1572768" cy="420624"/>
          </a:xfrm>
          <a:prstGeom prst="roundRect">
            <a:avLst>
              <a:gd name="adj" fmla="val 15217"/>
            </a:avLst>
          </a:prstGeom>
          <a:solidFill>
            <a:srgbClr val="EEF2F9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55648" y="148132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Employee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1481328"/>
            <a:ext cx="1572768" cy="420624"/>
          </a:xfrm>
          <a:prstGeom prst="roundRect">
            <a:avLst>
              <a:gd name="adj" fmla="val 15217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48132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 / ges_pd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10912" y="1481328"/>
            <a:ext cx="1572768" cy="420624"/>
          </a:xfrm>
          <a:prstGeom prst="roundRect">
            <a:avLst>
              <a:gd name="adj" fmla="val 15217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48132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GES Mgmt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38544" y="1481328"/>
            <a:ext cx="1572768" cy="420624"/>
          </a:xfrm>
          <a:prstGeom prst="roundRect">
            <a:avLst>
              <a:gd name="adj" fmla="val 15217"/>
            </a:avLst>
          </a:prstGeom>
          <a:solidFill>
            <a:srgbClr val="EDE8FD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148132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MD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66176" y="1481328"/>
            <a:ext cx="1572768" cy="420624"/>
          </a:xfrm>
          <a:prstGeom prst="roundRect">
            <a:avLst>
              <a:gd name="adj" fmla="val 15217"/>
            </a:avLst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148132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" y="1481328"/>
            <a:ext cx="1389888" cy="420624"/>
          </a:xfrm>
          <a:prstGeom prst="roundRect">
            <a:avLst>
              <a:gd name="adj" fmla="val 1521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148132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2608" y="1993392"/>
            <a:ext cx="1389888" cy="420624"/>
          </a:xfrm>
          <a:prstGeom prst="rect">
            <a:avLst/>
          </a:prstGeom>
          <a:solidFill>
            <a:srgbClr val="1B2E5E">
              <a:alpha val="20000"/>
            </a:srgbClr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1993392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Hours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755648" y="1993392"/>
            <a:ext cx="1572768" cy="420624"/>
          </a:xfrm>
          <a:prstGeom prst="rect">
            <a:avLst/>
          </a:prstGeom>
          <a:solidFill>
            <a:srgbClr val="1B2E5E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55648" y="199339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83280" y="1993392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199339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10912" y="1993392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199339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38544" y="1993392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8544" y="199339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66176" y="1993392"/>
            <a:ext cx="1572768" cy="420624"/>
          </a:xfrm>
          <a:prstGeom prst="rect">
            <a:avLst/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66176" y="199339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employee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92608" y="2478024"/>
            <a:ext cx="1389888" cy="420624"/>
          </a:xfrm>
          <a:prstGeom prst="rect">
            <a:avLst/>
          </a:prstGeom>
          <a:solidFill>
            <a:srgbClr val="1B2E5E">
              <a:alpha val="30000"/>
            </a:srgbClr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2478024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755648" y="2478024"/>
            <a:ext cx="1572768" cy="420624"/>
          </a:xfrm>
          <a:prstGeom prst="rect">
            <a:avLst/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55648" y="2478024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83280" y="2478024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2478024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10912" y="2478024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10912" y="2478024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38544" y="2478024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8544" y="2478024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266176" y="2478024"/>
            <a:ext cx="1572768" cy="420624"/>
          </a:xfrm>
          <a:prstGeom prst="rect">
            <a:avLst/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66176" y="2478024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employee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2608" y="2962656"/>
            <a:ext cx="1389888" cy="420624"/>
          </a:xfrm>
          <a:prstGeom prst="rect">
            <a:avLst/>
          </a:prstGeom>
          <a:solidFill>
            <a:srgbClr val="1B2E5E">
              <a:alpha val="20000"/>
            </a:srgbClr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2962656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755648" y="2962656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55648" y="2962656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383280" y="2962656"/>
            <a:ext cx="1572768" cy="420624"/>
          </a:xfrm>
          <a:prstGeom prst="rect">
            <a:avLst/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83280" y="2962656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projects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010912" y="2962656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10912" y="2962656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638544" y="2962656"/>
            <a:ext cx="1572768" cy="420624"/>
          </a:xfrm>
          <a:prstGeom prst="rect">
            <a:avLst/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38544" y="2962656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GES-OH only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266176" y="2962656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66176" y="2962656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approve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92608" y="3447288"/>
            <a:ext cx="1389888" cy="420624"/>
          </a:xfrm>
          <a:prstGeom prst="rect">
            <a:avLst/>
          </a:prstGeom>
          <a:solidFill>
            <a:srgbClr val="1B2E5E">
              <a:alpha val="30000"/>
            </a:srgbClr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2608" y="344728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755648" y="3447288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755648" y="344728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383280" y="3447288"/>
            <a:ext cx="1572768" cy="420624"/>
          </a:xfrm>
          <a:prstGeom prst="rect">
            <a:avLst/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83280" y="344728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projects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010912" y="3447288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10912" y="344728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638544" y="3447288"/>
            <a:ext cx="1572768" cy="420624"/>
          </a:xfrm>
          <a:prstGeom prst="rect">
            <a:avLst/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38544" y="344728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GES-OH only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266176" y="3447288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66176" y="344728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92608" y="3931920"/>
            <a:ext cx="1389888" cy="420624"/>
          </a:xfrm>
          <a:prstGeom prst="rect">
            <a:avLst/>
          </a:prstGeom>
          <a:solidFill>
            <a:srgbClr val="1B2E5E">
              <a:alpha val="20000"/>
            </a:srgbClr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2608" y="3931920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1755648" y="3931920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755648" y="393192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383280" y="3931920"/>
            <a:ext cx="1572768" cy="420624"/>
          </a:xfrm>
          <a:prstGeom prst="rect">
            <a:avLst/>
          </a:prstGeom>
          <a:solidFill>
            <a:srgbClr val="EDE8FD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83280" y="393192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projects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010912" y="3931920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10912" y="393192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638544" y="3931920"/>
            <a:ext cx="1572768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38544" y="393192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266176" y="3931920"/>
            <a:ext cx="1572768" cy="420624"/>
          </a:xfrm>
          <a:prstGeom prst="rect">
            <a:avLst/>
          </a:prstGeom>
          <a:solidFill>
            <a:srgbClr val="EDE8FD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66176" y="393192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timesheets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92608" y="4498848"/>
            <a:ext cx="8558784" cy="347472"/>
          </a:xfrm>
          <a:prstGeom prst="roundRect">
            <a:avLst>
              <a:gd name="adj" fmla="val 15789"/>
            </a:avLst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84048" y="449884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Once submitted, employees cannot edit their timesheet. PD or Admin must unlock it first.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Plan Manhours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987552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2336" y="1078992"/>
            <a:ext cx="3941064" cy="347472"/>
          </a:xfrm>
          <a:prstGeom prst="roundRect">
            <a:avLst>
              <a:gd name="adj" fmla="val 1842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078992"/>
            <a:ext cx="3941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Resource Plan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" y="1508760"/>
            <a:ext cx="1264920" cy="292608"/>
          </a:xfrm>
          <a:prstGeom prst="roundRect">
            <a:avLst>
              <a:gd name="adj" fmla="val 15625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508760"/>
            <a:ext cx="126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67256" y="1508760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40408" y="1508760"/>
            <a:ext cx="1264920" cy="292608"/>
          </a:xfrm>
          <a:prstGeom prst="roundRect">
            <a:avLst>
              <a:gd name="adj" fmla="val 15625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40408" y="1508760"/>
            <a:ext cx="126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05328" y="1508760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78480" y="1508760"/>
            <a:ext cx="1264920" cy="292608"/>
          </a:xfrm>
          <a:prstGeom prst="roundRect">
            <a:avLst>
              <a:gd name="adj" fmla="val 15625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78480" y="1508760"/>
            <a:ext cx="126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2336" y="1920240"/>
            <a:ext cx="394106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195681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Plan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2212848"/>
            <a:ext cx="3867912" cy="201168"/>
          </a:xfrm>
          <a:prstGeom prst="roundRect">
            <a:avLst>
              <a:gd name="adj" fmla="val 18182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12848"/>
            <a:ext cx="2398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 / ges_pd  Own projects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55305" y="2212848"/>
            <a:ext cx="1469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 (any project)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2336" y="2606040"/>
            <a:ext cx="39410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64261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Plan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2898648"/>
            <a:ext cx="3867912" cy="201168"/>
          </a:xfrm>
          <a:prstGeom prst="roundRect">
            <a:avLst>
              <a:gd name="adj" fmla="val 18182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98648"/>
            <a:ext cx="2398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 / ges_pd  Own projects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55305" y="2898648"/>
            <a:ext cx="1469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" y="3291840"/>
            <a:ext cx="394106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32841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Plan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8912" y="3584448"/>
            <a:ext cx="3867912" cy="201168"/>
          </a:xfrm>
          <a:prstGeom prst="roundRect">
            <a:avLst>
              <a:gd name="adj" fmla="val 18182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84448"/>
            <a:ext cx="2398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GES Management  Own dept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55305" y="3584448"/>
            <a:ext cx="1469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MD (all)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2336" y="3977640"/>
            <a:ext cx="39410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01421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Plan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8912" y="4270248"/>
            <a:ext cx="3867912" cy="201168"/>
          </a:xfrm>
          <a:prstGeom prst="roundRect">
            <a:avLst>
              <a:gd name="adj" fmla="val 18182"/>
            </a:avLst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70248"/>
            <a:ext cx="2398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GES Management  Own dept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55305" y="4270248"/>
            <a:ext cx="1469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MD (all)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987552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64608" y="1078992"/>
            <a:ext cx="3941064" cy="347472"/>
          </a:xfrm>
          <a:prstGeom prst="roundRect">
            <a:avLst>
              <a:gd name="adj" fmla="val 1842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1078992"/>
            <a:ext cx="3941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Resource Plan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64608" y="1508760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1508760"/>
            <a:ext cx="930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95010" y="1508760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68162" y="1508760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68162" y="1508760"/>
            <a:ext cx="930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98564" y="1508760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71716" y="1508760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71716" y="1508760"/>
            <a:ext cx="930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Approved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02118" y="1508760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875270" y="1508760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75270" y="1508760"/>
            <a:ext cx="930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Approved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64608" y="1920240"/>
            <a:ext cx="394106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01184" y="195681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Plan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901184" y="2212848"/>
            <a:ext cx="3867912" cy="201168"/>
          </a:xfrm>
          <a:prstGeom prst="roundRect">
            <a:avLst>
              <a:gd name="adj" fmla="val 18182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9472" y="2212848"/>
            <a:ext cx="2398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 / ges_pd  Own projects (draft only)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17577" y="2212848"/>
            <a:ext cx="1469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 (any)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64608" y="2606040"/>
            <a:ext cx="39410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01184" y="264261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Plan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901184" y="2898648"/>
            <a:ext cx="3867912" cy="201168"/>
          </a:xfrm>
          <a:prstGeom prst="roundRect">
            <a:avLst>
              <a:gd name="adj" fmla="val 18182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9472" y="2898648"/>
            <a:ext cx="2398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 / ges_pd  Own projects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317577" y="2898648"/>
            <a:ext cx="1469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64608" y="3291840"/>
            <a:ext cx="394106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01184" y="332841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(per dept)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901184" y="3584448"/>
            <a:ext cx="3867912" cy="201168"/>
          </a:xfrm>
          <a:prstGeom prst="roundRect">
            <a:avLst>
              <a:gd name="adj" fmla="val 18182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19472" y="3584448"/>
            <a:ext cx="2398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GES Mgmt  Own dept only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317577" y="3584448"/>
            <a:ext cx="1469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MD / ⚙️ Admin (all)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864608" y="3977640"/>
            <a:ext cx="39410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01184" y="401421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Revision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901184" y="4270248"/>
            <a:ext cx="3867912" cy="201168"/>
          </a:xfrm>
          <a:prstGeom prst="roundRect">
            <a:avLst>
              <a:gd name="adj" fmla="val 18182"/>
            </a:avLst>
          </a:prstGeom>
          <a:solidFill>
            <a:srgbClr val="EDE8FD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19472" y="4270248"/>
            <a:ext cx="2398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 / ges_pd  Own projects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317577" y="4270248"/>
            <a:ext cx="1469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MD / ⚙️ Admin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92608" y="4498848"/>
            <a:ext cx="8558784" cy="347472"/>
          </a:xfrm>
          <a:prstGeom prst="roundRect">
            <a:avLst>
              <a:gd name="adj" fmla="val 15789"/>
            </a:avLst>
          </a:prstGeom>
          <a:solidFill>
            <a:srgbClr val="E8F8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4048" y="449884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Monthly plan requires ALL departments to approve individually before the project plan is fully approved.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What It Shows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664208" cy="987552"/>
          </a:xfrm>
          <a:prstGeom prst="roundRect">
            <a:avLst>
              <a:gd name="adj" fmla="val 9259"/>
            </a:avLst>
          </a:prstGeom>
          <a:solidFill>
            <a:srgbClr val="1B2E5E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424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Hours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hours logged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(excl. Leave)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02536" y="1005840"/>
            <a:ext cx="1664208" cy="987552"/>
          </a:xfrm>
          <a:prstGeom prst="roundRect">
            <a:avLst>
              <a:gd name="adj" fmla="val 9259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02536" y="10424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02536" y="13716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Hours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02536" y="162763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from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30752" y="1005840"/>
            <a:ext cx="1664208" cy="987552"/>
          </a:xfrm>
          <a:prstGeom prst="roundRect">
            <a:avLst>
              <a:gd name="adj" fmla="val 9259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30752" y="10424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30752" y="13716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30752" y="162763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÷ Planned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58968" y="1005840"/>
            <a:ext cx="1664208" cy="987552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58968" y="10424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58968" y="13716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58968" y="162763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submitted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87184" y="1005840"/>
            <a:ext cx="1664208" cy="987552"/>
          </a:xfrm>
          <a:prstGeom prst="roundRect">
            <a:avLst>
              <a:gd name="adj" fmla="val 9259"/>
            </a:avLst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87184" y="10424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🏖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87184" y="13716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/ Holiday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87184" y="162763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1001–1005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4160520" cy="749808"/>
          </a:xfrm>
          <a:prstGeom prst="roundRect">
            <a:avLst>
              <a:gd name="adj" fmla="val 10976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223113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2311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" y="21945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vs Actual by Project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4672" y="24871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comparing plan &amp; actual per project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bar = exceeded plan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103120"/>
            <a:ext cx="4160520" cy="749808"/>
          </a:xfrm>
          <a:prstGeom prst="roundRect">
            <a:avLst>
              <a:gd name="adj" fmla="val 10976"/>
            </a:avLst>
          </a:prstGeom>
          <a:solidFill>
            <a:srgbClr val="EEF2F9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18888" y="223113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22311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39512" y="21945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39512" y="24871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 chart — hours by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Category / Discipline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971800"/>
            <a:ext cx="4160520" cy="749808"/>
          </a:xfrm>
          <a:prstGeom prst="roundRect">
            <a:avLst>
              <a:gd name="adj" fmla="val 10976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309981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0998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" y="3063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Trend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04672" y="33558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+ Line — 6 weeks history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line at 80%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2971800"/>
            <a:ext cx="4160520" cy="749808"/>
          </a:xfrm>
          <a:prstGeom prst="roundRect">
            <a:avLst>
              <a:gd name="adj" fmla="val 10976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18888" y="309981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30998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39512" y="3063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Employees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239512" y="33558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— ranked by hours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by department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3840480"/>
            <a:ext cx="4160520" cy="749808"/>
          </a:xfrm>
          <a:prstGeom prst="roundRect">
            <a:avLst>
              <a:gd name="adj" fmla="val 10976"/>
            </a:avLst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" y="396849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396849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" y="3931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Breakdown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04672" y="422452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— leave hours per person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(shown only if leave data exists)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09160" y="3840480"/>
            <a:ext cx="4160520" cy="749808"/>
          </a:xfrm>
          <a:prstGeom prst="roundRect">
            <a:avLst>
              <a:gd name="adj" fmla="val 10976"/>
            </a:avLst>
          </a:prstGeom>
          <a:solidFill>
            <a:srgbClr val="EDE8FD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18888" y="396849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18888" y="396849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239512" y="3931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vs Actual Matrix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5239512" y="422452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— 6 months history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🟢≥80%  🟡&lt;80%  🔴&gt;Plan  ⚫No Plan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Filters &amp; Who Sees What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023360" cy="3858768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97280"/>
            <a:ext cx="3803904" cy="347472"/>
          </a:xfrm>
          <a:prstGeom prst="roundRect">
            <a:avLst>
              <a:gd name="adj" fmla="val 1842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9728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Options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1627632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15727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10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Monday ของสัปดาห์ / Prev–Next / Today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148840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2140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20939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3317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เลือกเดือน-ปี / Prev–Next / This Month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2670048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426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26151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8529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 หรือเลือกรายโปรเจกต์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" y="319125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6382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1363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3741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/ เลือก Dept (กรองเฉพาะ Top Employees)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" y="3712464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8503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" y="3657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8953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ทั้งหมด / รออนุมัติ / อนุมัติแล้ว / Draft / ยังไม่ส่ง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" y="4233672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0624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" y="4178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" y="44165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ค้นชื่อ / ID / แผนก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1005840"/>
            <a:ext cx="4370832" cy="3858768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90288" y="1097280"/>
            <a:ext cx="4151376" cy="347472"/>
          </a:xfrm>
          <a:prstGeom prst="roundRect">
            <a:avLst>
              <a:gd name="adj" fmla="val 1842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1097280"/>
            <a:ext cx="4151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Sees What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90288" y="1536192"/>
            <a:ext cx="1188720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0288" y="15361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33872" y="1536192"/>
            <a:ext cx="841248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33872" y="153619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20840" y="1536192"/>
            <a:ext cx="749808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153619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16368" y="1536192"/>
            <a:ext cx="749808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16368" y="153619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Filter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302752" y="1536192"/>
            <a:ext cx="640080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02752" y="15361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90288" y="1874520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26864" y="187452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33872" y="1874520"/>
            <a:ext cx="8412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70448" y="187452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20840" y="187452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57416" y="18745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16368" y="187452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2944" y="18745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project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302752" y="1874520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39328" y="187452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Project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90288" y="2377440"/>
            <a:ext cx="118872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26864" y="237744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 / ges_pd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33872" y="2377440"/>
            <a:ext cx="841248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0448" y="237744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View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20840" y="2377440"/>
            <a:ext cx="749808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57416" y="237744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516368" y="2377440"/>
            <a:ext cx="749808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52944" y="237744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projects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302752" y="2377440"/>
            <a:ext cx="64008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39328" y="237744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Project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90288" y="2880360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26864" y="288036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GES Mgmt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833872" y="2880360"/>
            <a:ext cx="8412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70448" y="288036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View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720840" y="288036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57416" y="288036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516368" y="288036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52944" y="288036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(own dept)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302752" y="2880360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39328" y="288036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Employee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590288" y="3383280"/>
            <a:ext cx="118872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26864" y="338328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MD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833872" y="3383280"/>
            <a:ext cx="841248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70448" y="338328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720840" y="3383280"/>
            <a:ext cx="749808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57416" y="338328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516368" y="3383280"/>
            <a:ext cx="749808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52944" y="338328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GES-OH only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8302752" y="3383280"/>
            <a:ext cx="64008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339328" y="338328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590288" y="3886200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26864" y="388620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Employee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833872" y="3886200"/>
            <a:ext cx="8412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870448" y="388620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720840" y="388620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57416" y="388620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7516368" y="388620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552944" y="388620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302752" y="3886200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339328" y="388620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480560" y="4425696"/>
            <a:ext cx="4370832" cy="384048"/>
          </a:xfrm>
          <a:prstGeom prst="roundRect">
            <a:avLst>
              <a:gd name="adj" fmla="val 16667"/>
            </a:avLst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72000" y="4425696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GES Management ไม่เห็น Task Breakdown (#2) และ Utilization Trend (#3)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078992"/>
            <a:ext cx="2697480" cy="1389888"/>
          </a:xfrm>
          <a:prstGeom prst="roundRect">
            <a:avLst>
              <a:gd name="adj" fmla="val 921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1556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92608" y="18288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21214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projects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departments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78992"/>
            <a:ext cx="2697480" cy="1389888"/>
          </a:xfrm>
          <a:prstGeom prst="roundRect">
            <a:avLst>
              <a:gd name="adj" fmla="val 921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1556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1214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needed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08192" y="1078992"/>
            <a:ext cx="2697480" cy="1389888"/>
          </a:xfrm>
          <a:prstGeom prst="roundRect">
            <a:avLst>
              <a:gd name="adj" fmla="val 921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11556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108192" y="21214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2816352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770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Plan vs Actual comparison — know exactly where every hour goes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92608" y="3273552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278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resource decisions — assign the right people to the right project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2608" y="3730752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685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on reporting — data is already in the system, ready to view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2608" y="4187952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1422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project management — base decisions on facts, not estimates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269480" y="27432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274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Active In: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544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GAS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Actual tracking — live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481328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544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Admin Department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99339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Actual tracking — live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72968"/>
            <a:ext cx="246888" cy="2468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36392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136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Actual manhour input — enabled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246888" cy="2468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29584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529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— active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3959352"/>
            <a:ext cx="246888" cy="2468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22776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9227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reporting — available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4352544"/>
            <a:ext cx="246888" cy="2468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315968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stable and used daily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901952"/>
            <a:ext cx="7955280" cy="54864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737360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234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" y="228600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" y="23042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&amp; Admin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99232" y="173736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234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24912" y="228600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24912" y="23042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begins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22392" y="173736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1234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48072" y="228600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48072" y="23042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all 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45552" y="173736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1234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71232" y="228600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23042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will continue to grow based on user feedback across all departments.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594360"/>
            <a:ext cx="2103120" cy="2103120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0440" y="548640"/>
            <a:ext cx="2103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happy to walk you through the system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Engineering Solutions  |  Manhour Tracking System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 Manhour Tracking System</dc:title>
  <dc:subject>PptxGenJS Presentation</dc:subject>
  <dc:creator>GES</dc:creator>
  <cp:lastModifiedBy>GES</cp:lastModifiedBy>
  <cp:revision>1</cp:revision>
  <dcterms:created xsi:type="dcterms:W3CDTF">2026-06-24T10:43:33Z</dcterms:created>
  <dcterms:modified xsi:type="dcterms:W3CDTF">2026-06-24T10:43:33Z</dcterms:modified>
</cp:coreProperties>
</file>